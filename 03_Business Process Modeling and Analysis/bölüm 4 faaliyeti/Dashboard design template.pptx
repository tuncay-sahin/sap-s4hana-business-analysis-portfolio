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embeddedFontLs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hpnwnpc9Wrj6znxEJdS//gs3nq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652ab69ca_0_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652ab69ca_0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652ab69c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652ab69ca_0_1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d652ab69ca_0_1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d652ab69ca_0_1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652ab69ca_0_1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d652ab69ca_0_1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g3d652ab69ca_0_1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d652ab69ca_0_1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d652ab69ca_0_1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d652ab69ca_0_1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d652ab69ca_0_1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g3d652ab69ca_0_1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d652ab69ca_0_1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d652ab69ca_0_1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652ab69ca_0_136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d652ab69ca_0_13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3d652ab69ca_0_1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d652ab69ca_0_1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d652ab69ca_0_1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d652ab69ca_0_1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d652ab69ca_0_142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g3d652ab69ca_0_142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g3d652ab69ca_0_14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d652ab69ca_0_14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d652ab69ca_0_1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d652ab69ca_0_1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d652ab69ca_0_14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3d652ab69ca_0_14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g3d652ab69ca_0_14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d652ab69ca_0_14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g3d652ab69ca_0_14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d652ab69ca_0_14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d652ab69ca_0_14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652ab69ca_0_1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d652ab69ca_0_15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d652ab69ca_0_15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d652ab69ca_0_15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652ab69ca_0_163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d652ab69ca_0_163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g3d652ab69ca_0_163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g3d652ab69ca_0_1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d652ab69ca_0_1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d652ab69ca_0_1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652ab69ca_0_17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d652ab69ca_0_17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d652ab69ca_0_17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g3d652ab69ca_0_17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d652ab69ca_0_17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d652ab69ca_0_1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52ab69ca_0_1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d652ab69ca_0_177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3d652ab69ca_0_1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d652ab69ca_0_1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d652ab69ca_0_1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652ab69ca_0_183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d652ab69ca_0_183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d652ab69ca_0_18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d652ab69ca_0_18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d652ab69ca_0_18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52ab69ca_11_0)">
  <p:cSld name="Generated (g3d652ab69ca_11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d652ab69ca_0_1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d652ab69ca_0_1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d652ab69ca_0_1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d652ab69ca_0_1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d652ab69ca_0_1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6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652ab69ca_0_95"/>
          <p:cNvSpPr txBox="1"/>
          <p:nvPr/>
        </p:nvSpPr>
        <p:spPr>
          <a:xfrm>
            <a:off x="457200" y="18288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Dashboard design template</a:t>
            </a:r>
            <a:endParaRPr sz="1500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5" name="Google Shape;85;g3d652ab69ca_0_95"/>
          <p:cNvGrpSpPr/>
          <p:nvPr/>
        </p:nvGrpSpPr>
        <p:grpSpPr>
          <a:xfrm>
            <a:off x="457200" y="1143000"/>
            <a:ext cx="4000500" cy="3298731"/>
            <a:chOff x="0" y="0"/>
            <a:chExt cx="4000500" cy="2667150"/>
          </a:xfrm>
        </p:grpSpPr>
        <p:sp>
          <p:nvSpPr>
            <p:cNvPr id="86" name="Google Shape;86;g3d652ab69ca_0_95"/>
            <p:cNvSpPr/>
            <p:nvPr/>
          </p:nvSpPr>
          <p:spPr>
            <a:xfrm>
              <a:off x="0" y="0"/>
              <a:ext cx="4000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d652ab69ca_0_95"/>
            <p:cNvSpPr txBox="1"/>
            <p:nvPr/>
          </p:nvSpPr>
          <p:spPr>
            <a:xfrm>
              <a:off x="9525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C3E50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 overview (bar chart)</a:t>
              </a:r>
              <a:endParaRPr b="1" sz="140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descr="A clean, professional bar chart visualization showing monthly sales data with a modern blue color palette, minimalistic dashboard style." id="88" name="Google Shape;88;g3d652ab69ca_0_95"/>
            <p:cNvPicPr preferRelativeResize="0"/>
            <p:nvPr/>
          </p:nvPicPr>
          <p:blipFill rotWithShape="1">
            <a:blip r:embed="rId4">
              <a:alphaModFix/>
            </a:blip>
            <a:srcRect b="-7769" l="0" r="0" t="5550"/>
            <a:stretch/>
          </p:blipFill>
          <p:spPr>
            <a:xfrm>
              <a:off x="95250" y="476250"/>
              <a:ext cx="3810000" cy="2190900"/>
            </a:xfrm>
            <a:prstGeom prst="roundRect">
              <a:avLst>
                <a:gd fmla="val 3478" name="adj"/>
              </a:avLst>
            </a:prstGeom>
            <a:noFill/>
            <a:ln>
              <a:noFill/>
            </a:ln>
          </p:spPr>
        </p:pic>
      </p:grpSp>
      <p:grpSp>
        <p:nvGrpSpPr>
          <p:cNvPr id="89" name="Google Shape;89;g3d652ab69ca_0_95"/>
          <p:cNvGrpSpPr/>
          <p:nvPr/>
        </p:nvGrpSpPr>
        <p:grpSpPr>
          <a:xfrm>
            <a:off x="4686300" y="1143000"/>
            <a:ext cx="4000500" cy="3184531"/>
            <a:chOff x="0" y="0"/>
            <a:chExt cx="4000500" cy="2476500"/>
          </a:xfrm>
        </p:grpSpPr>
        <p:sp>
          <p:nvSpPr>
            <p:cNvPr id="90" name="Google Shape;90;g3d652ab69ca_0_95"/>
            <p:cNvSpPr/>
            <p:nvPr/>
          </p:nvSpPr>
          <p:spPr>
            <a:xfrm>
              <a:off x="0" y="0"/>
              <a:ext cx="4000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d652ab69ca_0_95"/>
            <p:cNvSpPr txBox="1"/>
            <p:nvPr/>
          </p:nvSpPr>
          <p:spPr>
            <a:xfrm>
              <a:off x="9525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C3E50"/>
                  </a:solidFill>
                  <a:latin typeface="Open Sans"/>
                  <a:ea typeface="Open Sans"/>
                  <a:cs typeface="Open Sans"/>
                  <a:sym typeface="Open Sans"/>
                </a:rPr>
                <a:t>Regional performance (map/geo chart)</a:t>
              </a:r>
              <a:endParaRPr b="1" sz="140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descr="A professional world map visualization with highlighted regions representing performance data, subtle data points, clean UI design." id="92" name="Google Shape;92;g3d652ab69ca_0_95"/>
            <p:cNvPicPr preferRelativeResize="0"/>
            <p:nvPr/>
          </p:nvPicPr>
          <p:blipFill rotWithShape="1">
            <a:blip r:embed="rId5">
              <a:alphaModFix/>
            </a:blip>
            <a:srcRect b="-7769" l="0" r="0" t="5550"/>
            <a:stretch/>
          </p:blipFill>
          <p:spPr>
            <a:xfrm>
              <a:off x="95250" y="476242"/>
              <a:ext cx="3810000" cy="1904400"/>
            </a:xfrm>
            <a:prstGeom prst="roundRect">
              <a:avLst>
                <a:gd fmla="val 3478" name="adj"/>
              </a:avLst>
            </a:prstGeom>
            <a:noFill/>
            <a:ln>
              <a:noFill/>
            </a:ln>
          </p:spPr>
        </p:pic>
      </p:grpSp>
      <p:grpSp>
        <p:nvGrpSpPr>
          <p:cNvPr id="93" name="Google Shape;93;g3d652ab69ca_0_95"/>
          <p:cNvGrpSpPr/>
          <p:nvPr/>
        </p:nvGrpSpPr>
        <p:grpSpPr>
          <a:xfrm>
            <a:off x="408975" y="4641625"/>
            <a:ext cx="4000500" cy="3956717"/>
            <a:chOff x="0" y="0"/>
            <a:chExt cx="4000500" cy="2667150"/>
          </a:xfrm>
        </p:grpSpPr>
        <p:sp>
          <p:nvSpPr>
            <p:cNvPr id="94" name="Google Shape;94;g3d652ab69ca_0_95"/>
            <p:cNvSpPr/>
            <p:nvPr/>
          </p:nvSpPr>
          <p:spPr>
            <a:xfrm>
              <a:off x="0" y="0"/>
              <a:ext cx="4000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g3d652ab69ca_0_95"/>
            <p:cNvSpPr txBox="1"/>
            <p:nvPr/>
          </p:nvSpPr>
          <p:spPr>
            <a:xfrm>
              <a:off x="9525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C3E50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Production cost trends (line chart)</a:t>
              </a:r>
              <a:endParaRPr b="1" sz="140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descr="A sleek line chart showing trending production costs over time, multiple lines with smooth curves, professional analytical aesthetic." id="96" name="Google Shape;96;g3d652ab69ca_0_95"/>
            <p:cNvPicPr preferRelativeResize="0"/>
            <p:nvPr/>
          </p:nvPicPr>
          <p:blipFill rotWithShape="1">
            <a:blip r:embed="rId6">
              <a:alphaModFix/>
            </a:blip>
            <a:srcRect b="-7769" l="0" r="0" t="5550"/>
            <a:stretch/>
          </p:blipFill>
          <p:spPr>
            <a:xfrm>
              <a:off x="95250" y="476250"/>
              <a:ext cx="3810000" cy="2190900"/>
            </a:xfrm>
            <a:prstGeom prst="roundRect">
              <a:avLst>
                <a:gd fmla="val 3478" name="adj"/>
              </a:avLst>
            </a:prstGeom>
            <a:noFill/>
            <a:ln>
              <a:noFill/>
            </a:ln>
          </p:spPr>
        </p:pic>
      </p:grpSp>
      <p:grpSp>
        <p:nvGrpSpPr>
          <p:cNvPr id="97" name="Google Shape;97;g3d652ab69ca_0_95"/>
          <p:cNvGrpSpPr/>
          <p:nvPr/>
        </p:nvGrpSpPr>
        <p:grpSpPr>
          <a:xfrm>
            <a:off x="4686300" y="4641625"/>
            <a:ext cx="4000500" cy="3573590"/>
            <a:chOff x="0" y="0"/>
            <a:chExt cx="4000500" cy="2476500"/>
          </a:xfrm>
        </p:grpSpPr>
        <p:sp>
          <p:nvSpPr>
            <p:cNvPr id="98" name="Google Shape;98;g3d652ab69ca_0_95"/>
            <p:cNvSpPr/>
            <p:nvPr/>
          </p:nvSpPr>
          <p:spPr>
            <a:xfrm>
              <a:off x="0" y="0"/>
              <a:ext cx="4000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g3d652ab69ca_0_95"/>
            <p:cNvSpPr txBox="1"/>
            <p:nvPr/>
          </p:nvSpPr>
          <p:spPr>
            <a:xfrm>
              <a:off x="9525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C3E50"/>
                  </a:solidFill>
                  <a:latin typeface="Open Sans"/>
                  <a:ea typeface="Open Sans"/>
                  <a:cs typeface="Open Sans"/>
                  <a:sym typeface="Open Sans"/>
                </a:rPr>
                <a:t>Customer satisfaction (pie chart)</a:t>
              </a:r>
              <a:endParaRPr b="1" sz="140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descr="A modern donut or pie chart representing customer satisfaction segments, soft professional colors, clean labels, data visualization style." id="100" name="Google Shape;100;g3d652ab69ca_0_95"/>
            <p:cNvPicPr preferRelativeResize="0"/>
            <p:nvPr/>
          </p:nvPicPr>
          <p:blipFill rotWithShape="1">
            <a:blip r:embed="rId7">
              <a:alphaModFix/>
            </a:blip>
            <a:srcRect b="-7769" l="0" r="0" t="5550"/>
            <a:stretch/>
          </p:blipFill>
          <p:spPr>
            <a:xfrm>
              <a:off x="95250" y="357909"/>
              <a:ext cx="3810000" cy="2026200"/>
            </a:xfrm>
            <a:prstGeom prst="roundRect">
              <a:avLst>
                <a:gd fmla="val 3478" name="adj"/>
              </a:avLst>
            </a:prstGeom>
            <a:noFill/>
            <a:ln>
              <a:noFill/>
            </a:ln>
          </p:spPr>
        </p:pic>
      </p:grpSp>
      <p:sp>
        <p:nvSpPr>
          <p:cNvPr id="101" name="Google Shape;101;g3d652ab69ca_0_95"/>
          <p:cNvSpPr txBox="1"/>
          <p:nvPr/>
        </p:nvSpPr>
        <p:spPr>
          <a:xfrm>
            <a:off x="807175" y="8323495"/>
            <a:ext cx="73533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Sketch your dashboard layout in this space. Consider using pen and paper, a presentation program, or a free online diagramming tool.</a:t>
            </a:r>
            <a:endParaRPr b="1" i="1" sz="10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d652ab69ca_0_3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400" y="164450"/>
            <a:ext cx="7708375" cy="62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